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630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 Fio — Wi-Fi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· Fundamentos e Padrões Atuais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Redes Wireless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Sistema de comunicação de dados extremamente flexível, usado como extensão ou alternativa a LANs cabeadas. Combina conectividade com mobilidade através de tecnologia de radiofrequência (RF).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Wi-Fi é o nome comercial da Wi-Fi Alliance para tecnologias baseadas no padrão IEEE 802.11, estabelecido em 1997.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Wireless?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61188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Necessidade de mobilidade dos usuários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361188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657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Impossibilidade de instalar cabos tradicionais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361188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657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Inviabilidade técnica ou econômica do cabeamento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 Aplicações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Acesso à rede em qualquer local dentro da área de cobertura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777240"/>
            <a:ext cx="54864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Rápida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Sem necessidade de cabeamento extenso ou obras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Fácil expansão da rede sem grandes custos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28600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Reduzido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Menor custo de implantação vs. rede cabeada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Principais Setores de Aplicação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Hospitais e clínicas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Universidades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Fábricas e armazéns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Bancos e finanças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Lojas e varejo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Escritórios corporativos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Ambientes de emergência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Redes sem Fio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Infravermelho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Não exige licença para operação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Cobertura mundial sem restrições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Baixo custo, alta imunidade a ruído elétrico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Modos: Visada (5–30 m) e Difuso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Padronizado pela IrDA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Uso tipicamente indoor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54864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22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Radiofrequência (RF)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Faixas ISM: 900 MHz, 2,4 GHz e 5 GHz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Penetra paredes e obstáculos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Alcance indoor: 35–100 m (ampliável via roaming)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Padrão Wi-Fi (IEEE 802.11)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Tecnologia dominante no mercado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Sujeita a interferências eletromagnéticas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54864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22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Usa luz para transmissão digital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Alta largura de banda (até 2,5 Gbps)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Alcance médio de 10 km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Requer visada direta entre pontos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Alta segurança — sinal difícil de interceptar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E68"/>
                </a:solidFill>
              </a:rPr>
              <a:t>Custo elevado, pouco adotado no Brasil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Frequências e Canais Wi-Fi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2,4 GHz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13 canais no Brasil (11 nos EUA)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Cada canal ocupa 22 MHz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Canais não sobrepostos: 1, 6 e 11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Maior alcance e melhor penetração em obstáculos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Alta interferência em ambientes urbanos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54864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229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5 GHz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344168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Até 24 canais não sobrepostos no Brasil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Largura de banda superior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Menos interferência que 2,4 GHz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Sinal atenua mais rapidamente com a distância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Menor penetração em paredes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54864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229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6 GHz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344168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Introduzida com Wi-Fi 6E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1200 MHz de espectro novo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Até 59 canais de 20 MHz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Alcance reduzido — ideal para ambientes densos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Espectro ainda pouco utilizado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0690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Regra importante: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APs vizinhos devem usar canais não sobrepostos (1, 6 e 11 em 2,4 GHz) para evitar interferência co-canal e degradação de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dos Padrões IEEE 802.11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685800"/>
                <a:gridCol w="1463040"/>
                <a:gridCol w="1463040"/>
                <a:gridCol w="2331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Wi-Fi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Vel. Máxima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e 5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Gbps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MU-MIMO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6/6E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2019/21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2,4/5/6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 Gbps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OFDMA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2,4/5/6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Gbps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 Velocidades teóricas em condições ideais. Na prática, espera-se 40–60% desses valores.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Operação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96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Infraestrutura (BSS/ESS)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Modo mais comum. Dispositivos se conectam a um Access Point (AP). BSS = uma célula; ESS = múltiplos APs com mesmo SSID permitindo roaming entre eles.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896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Ad-hoc (IBSS)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6592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Comunicação direta entre dispositivos sem AP. Raro em redes modernas; substituído por Wi-Fi Direct e Bluetooth.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907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Modo Monitor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3375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Captura todos os quadros 802.11 sem associação. Utilizado em análise e auditoria de redes sem fio.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834640"/>
            <a:ext cx="54864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907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Modo Mesh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36592" y="33375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APs se conectam entre si via rádio, criando redes de malha sem necessidade de infraestrutura cabeada entre os pontos.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709160"/>
            <a:ext cx="54864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274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SSID: nome da rede (até 32 chars)   ·   BSSID: endereço MAC do AP   ·   Roaming: troca entre APs mantendo sessão ativa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Acesso ao Meio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CSMA/CA — Carrier Sense Multiple Access with Collision Avoidance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No meio rádio, detectar colisões durante a transmissão é impossível (diferente do CSMA/CD da Ethernet). Por isso o protocolo prioriza a PREVENÇÃO de colisões através de backoff aleatório e confirmações ACK.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069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86000"/>
            <a:ext cx="54864" cy="265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Frequency Hopping (FHSS)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Usa múltiplas frequências de forma pseudoaleatória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Dificulta a sintonização do sinal por terceiros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Transmissor e receptor sincronizados na mesma sequência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Para receptores não autorizados, aparece como ruído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IEEE 802.11 FHSS: padronizado a 2 Mbps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86000"/>
            <a:ext cx="54864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Direct Sequence (DSSS)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Gera 1 bit redundante (chip) para cada bit transmitido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Técnicas estatísticas recuperam dados corrompidos sem retransmissão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Para receptores não intencionais: aparece como ruído de baixa potência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Mais eficiente que FHSS: maior velocidade na mesma distância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IEEE 802.11b DSSS: até 11 Mbps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Alcance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Raio de cobertura indoor: 35 a 100 metros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Pode ser estendido via roaming entre 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Frequência: quanto maior, menor o alcance e maior o consumo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Potência: limitada pela regulamentação da ANATEL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Antenas: tipo e orientação são críticos para a cobertura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Construção: excesso de ferro e metal reduz o alcance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Sinais refletidos (multipath) podem causar interferência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54864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O ar é o hub compartilhado — largura de banda dividida entre todos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Exemplo 802.11b (11 Mbps): na prática 4–6 Mbps com 14 estações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Overheads de protocolo e colisões reduzem a banda efetiva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Fatores: nº de usuários, volume de dados, taxa de erro do rádio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Fall Back: sinal fraco → placa reduz velocidade automaticamente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03320"/>
            <a:ext cx="54864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Roaming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Processo pelo qual a interface wireless se reassocia automaticamente ao AP com melhor sinal quando o usuário se desloca. APs adjacentes devem operar em canais distintos (1, 6 e 11 em 2,4 GHz) para evitar sobrecarga e garantir o reaproveitamento eficiente do espectro.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da Solução Wireless 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50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Placas de Rede Wireless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Adaptadores usados nas estações. Disponíveis em barramentos PCI, PCMCIA e USB. Podem ser instaladas em notebooks e desktops.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54864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850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Access Point (AP)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64408" y="1280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Estação central que gerencia conexões entre usuários e a rede. Funciona como ponte entre a rede sem fio e a cabeada. Cobertura: ~100 m de raio.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54864" cy="2011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850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Antenas Direcionais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99048" y="1280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Concentram e irradiam o sinal em uma única direção. Exemplos: Yagi, Grade e Semiparabólica. Ideais para enlaces ponto a ponto de longa distância.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54864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9923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</a:rPr>
              <a:t>Antenas Omnidirecionais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" y="34290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Propagam o sinal ao longo do eixo em 360 graus. Usadas em Access Points para cobertura ampla em ambientes internos.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926080"/>
            <a:ext cx="54864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99923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Controladora Wi-Fi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81728" y="34290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Gerência centralizada (física ou em nuvem) que automatiza alocação de canais, potência de transmissão e roaming entre APs.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Topologias de Rede sem Fio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Topologia Estruturada (BSS)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Estações dispostas em células controladas por um 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Limites da célula definidos pelo alcance do 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AP aloca recursos e gerencia consumo de energia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BSS: Basic Service Set — uma célula com um 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ESS: Extended Service Set — múltiplos APs com mesmo SSID, habilitando roaming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APs vizinhos usam canais 1, 6 ou 11 para evitar sobreposição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54864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Topologia Ad-hoc (IBSS)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Dispositivos interconectados diretamente, sem 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Sem topologia predefinida — participantes podem se mover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Sem ponto central de controle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Serviços gerenciados pelos próprios participantes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IBSS: Independent Basic Service 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Raro em redes modernas — substituído por Wi-Fi Direct e Bluetooth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Wi-Fi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2011680"/>
                <a:gridCol w="1280160"/>
                <a:gridCol w="3520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Criptografia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/ Nota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RC4 (40/104 bits)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de 24 bits repete rapidamente — quebrável em 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Vulnerabilidades no TKIP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AES-CCMP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atual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KRACK (2017); sensível a senhas fracas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AES-GCMP 192 bits + SAE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Equipamentos em adoção crescente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288036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2880360"/>
            <a:ext cx="54864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Personal (PSK)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3101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Uma senha compartilhada para todos os usuários. Fácil configuração, mas exposição total se a chave vazar. Indicado para uso doméstico e pequenas empresas.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288036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88036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Enterprise (802.1X)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09160" y="33101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Credenciais individuais via servidor RADIUS. Cada usuário possui login e senha próprios. Autenticação via protocolo EAP. Obrigatório em ambientes corporativos.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4251960"/>
            <a:ext cx="54864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Boas práticas: 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</a:rPr>
              <a:t>WPA3 ou WPA2-AES  ·  Senha 12+ caracteres  ·  SSID personalizado  ·  VLANs para IoT e visitantes  ·  Firmware atualizado  ·  RADIUS em corporativos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Ataques a Redes sem Fio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Sniffing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Usuário da rede wireless escuta passivamente o tráfego que passa por ela. Possível porque o meio rádio é compartilhado.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777240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50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2801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Hacker gera interferências nas frequências da rede para derrubar o serviço, impedindo o acesso legítimo.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54864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Rogue Access Point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Hacker instala um AP falso. O usuário se conecta a ele pensando ser a rede legítima, expondo seus dados.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78892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Wardriving / Warchalking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2918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Técnica de dirigir/andar pela cidade identificando redes abertas. Redes sem proteção ficam vulneráveis a intrusões de longa distância (até 8 km).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736592"/>
            <a:ext cx="54864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Mitigação: IEEE 802.11i / WPA3 + VPN (IP Sec) + AP no firewall + WPA2-AES mínimo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Cobertura Wi-Fi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Atenuação do sinal por tipo de obstáculo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493776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Obstáculo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aberto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Parede drywall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Parede de tijolo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Parede de concreto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Laje de concreto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Vidro comum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 de aço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77724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777240"/>
            <a:ext cx="54864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59552" y="8229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Site Survey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59552" y="11795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</a:rPr>
              <a:t>Medição prévia do ambiente com ferramentas (Ekahau, NetSpot, apps móveis) para planejar posicionamento dos APs.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94960" y="1856232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1856232"/>
            <a:ext cx="5486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9552" y="19019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RSSI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559552" y="22585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</a:rPr>
              <a:t>Received Signal Strength Indicator em dBm. Ideal: acima de −65 dBm. Abaixo de −80 dBm torna-se inutilizável.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935224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2935224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9552" y="298094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Sobreposição de Células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559552" y="3337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</a:rPr>
              <a:t>APs adjacentes devem sobrepor 15–20% da área para garantir roaming suave sem perda de sessão.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94960" y="4014216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4014216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9552" y="405993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Interferência Co-canal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559552" y="44165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E68"/>
                </a:solidFill>
              </a:rPr>
              <a:t>APs próximos no mesmo canal competem pelo meio, degradando a performance de todos os usuários.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2,4 GHz oferece maior alcance; 5 GHz sofre atenuação significativamente maior em obstáculos sólidos.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de Verificação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P1: Por que os canais 1, 6 e 11 são os únicos não sobrepostos em 2,4 GHz?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Estão espaçados 25 MHz entre si, suficiente para que as bandas de 22 MHz não se sobreponham.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77240"/>
            <a:ext cx="54864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503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P2: Por que o WEP não deve ser usado?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3749040" cy="0"/>
          </a:xfrm>
          <a:prstGeom prst="line">
            <a:avLst/>
          </a:prstGeom>
          <a:noFill/>
          <a:ln w="63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459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O vetor de inicialização de 24 bits é muito curto e se repete rapidamente, permitindo quebrar a chave em minutos com ferramentas como Aircrack-ng.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4864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535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P3: Como implementar acesso com credenciais individuais em Wi-Fi corporativo?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749040" cy="0"/>
          </a:xfrm>
          <a:prstGeom prst="line">
            <a:avLst/>
          </a:prstGeom>
          <a:noFill/>
          <a:ln w="63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WPA2/WPA3-Enterprise com autenticação 802.1X via servidor RADIUS — cada usuário possui login e senha próprios.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880360"/>
            <a:ext cx="54864" cy="1965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535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P4: Qual o principal benefício do OFDMA no Wi-Fi 6?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657600"/>
            <a:ext cx="374904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749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</a:rPr>
              <a:t>Divide o canal em subportadoras (Resource Units) atribuídas simultaneamente a diferentes clientes, aumentando eficiência em ambientes com muitos dispositivos.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Redes sem fio usam RF, infravermelho ou laser — RF (Wi-Fi) é o padrão dominante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54533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Canais 1, 6 e 11 são os únicos não sobrepostos em 2,4 GHz — use-os em APs vizinhos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Padrões evoluíram de 802.11b (11 Mbps) até Wi-Fi 7 / 802.11be (46 Gbps)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1576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D4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Segurança: WEP é quebrado → WPA2-AES no mínimo → WPA3 recomendado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0098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D8E8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Topologias: Infraestrutura (BSS/ESS com AP) e Ad-hoc (IBSS, sem AP)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862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Planejamento: considerar RSSI, atenuação por obstáculo, canais e sobreposição de células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471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Corporativo: use WPA3-Enterprise + RADIUS + VLANs para segmentação da rede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8E8"/>
                </a:solidFill>
              </a:rPr>
              <a:t>Redes de Computadores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sem Fio — Wi-Fi (IEEE 802.11)</dc:title>
  <dc:subject>PptxGenJS Presentation</dc:subject>
  <dc:creator>PptxGenJS</dc:creator>
  <cp:lastModifiedBy>PptxGenJS</cp:lastModifiedBy>
  <cp:revision>1</cp:revision>
  <dcterms:created xsi:type="dcterms:W3CDTF">2026-04-29T12:53:21Z</dcterms:created>
  <dcterms:modified xsi:type="dcterms:W3CDTF">2026-04-29T12:53:21Z</dcterms:modified>
</cp:coreProperties>
</file>